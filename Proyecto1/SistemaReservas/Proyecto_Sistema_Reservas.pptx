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Dumondi Condensed Heavy" charset="1" panose="00000000000000000000"/>
      <p:regular r:id="rId10"/>
    </p:embeddedFont>
    <p:embeddedFont>
      <p:font typeface="Canva Sans Bold" charset="1" panose="020B0803030501040103"/>
      <p:regular r:id="rId11"/>
    </p:embeddedFont>
    <p:embeddedFont>
      <p:font typeface="Dumondi Condensed Bold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8940" y="3410704"/>
            <a:ext cx="15018147" cy="335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95"/>
              </a:lnSpc>
              <a:spcBef>
                <a:spcPct val="0"/>
              </a:spcBef>
            </a:pPr>
            <a:r>
              <a:rPr lang="en-US" b="true" sz="11905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PROYECTO FINAL: SISTEMA DE RESERVAS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37772">
            <a:off x="7983782" y="245268"/>
            <a:ext cx="2320437" cy="1763532"/>
          </a:xfrm>
          <a:custGeom>
            <a:avLst/>
            <a:gdLst/>
            <a:ahLst/>
            <a:cxnLst/>
            <a:rect r="r" b="b" t="t" l="l"/>
            <a:pathLst>
              <a:path h="1763532" w="2320437">
                <a:moveTo>
                  <a:pt x="0" y="0"/>
                </a:moveTo>
                <a:lnTo>
                  <a:pt x="2320436" y="0"/>
                </a:lnTo>
                <a:lnTo>
                  <a:pt x="2320436" y="1763532"/>
                </a:lnTo>
                <a:lnTo>
                  <a:pt x="0" y="17635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48835">
            <a:off x="1590729" y="-877670"/>
            <a:ext cx="3244749" cy="2289023"/>
          </a:xfrm>
          <a:custGeom>
            <a:avLst/>
            <a:gdLst/>
            <a:ahLst/>
            <a:cxnLst/>
            <a:rect r="r" b="b" t="t" l="l"/>
            <a:pathLst>
              <a:path h="2289023" w="3244749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7882916">
            <a:off x="15260428" y="-1317761"/>
            <a:ext cx="1873617" cy="2635522"/>
          </a:xfrm>
          <a:custGeom>
            <a:avLst/>
            <a:gdLst/>
            <a:ahLst/>
            <a:cxnLst/>
            <a:rect r="r" b="b" t="t" l="l"/>
            <a:pathLst>
              <a:path h="2635522" w="1873617">
                <a:moveTo>
                  <a:pt x="0" y="0"/>
                </a:moveTo>
                <a:lnTo>
                  <a:pt x="1873617" y="0"/>
                </a:lnTo>
                <a:lnTo>
                  <a:pt x="1873617" y="2635522"/>
                </a:lnTo>
                <a:lnTo>
                  <a:pt x="0" y="263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259300" y="869538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599664">
            <a:off x="4625379" y="-1677477"/>
            <a:ext cx="2604665" cy="3354954"/>
          </a:xfrm>
          <a:custGeom>
            <a:avLst/>
            <a:gdLst/>
            <a:ahLst/>
            <a:cxnLst/>
            <a:rect r="r" b="b" t="t" l="l"/>
            <a:pathLst>
              <a:path h="3354954" w="2604665">
                <a:moveTo>
                  <a:pt x="0" y="0"/>
                </a:moveTo>
                <a:lnTo>
                  <a:pt x="2604665" y="0"/>
                </a:lnTo>
                <a:lnTo>
                  <a:pt x="2604665" y="3354954"/>
                </a:lnTo>
                <a:lnTo>
                  <a:pt x="0" y="33549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323462">
            <a:off x="11864509" y="-1629901"/>
            <a:ext cx="1864849" cy="3195225"/>
          </a:xfrm>
          <a:custGeom>
            <a:avLst/>
            <a:gdLst/>
            <a:ahLst/>
            <a:cxnLst/>
            <a:rect r="r" b="b" t="t" l="l"/>
            <a:pathLst>
              <a:path h="3195225" w="1864849">
                <a:moveTo>
                  <a:pt x="0" y="0"/>
                </a:moveTo>
                <a:lnTo>
                  <a:pt x="1864849" y="0"/>
                </a:lnTo>
                <a:lnTo>
                  <a:pt x="1864849" y="3195225"/>
                </a:lnTo>
                <a:lnTo>
                  <a:pt x="0" y="31952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891562">
            <a:off x="171874" y="3673643"/>
            <a:ext cx="1713652" cy="3261275"/>
          </a:xfrm>
          <a:custGeom>
            <a:avLst/>
            <a:gdLst/>
            <a:ahLst/>
            <a:cxnLst/>
            <a:rect r="r" b="b" t="t" l="l"/>
            <a:pathLst>
              <a:path h="3261275" w="1713652">
                <a:moveTo>
                  <a:pt x="0" y="0"/>
                </a:moveTo>
                <a:lnTo>
                  <a:pt x="1713652" y="0"/>
                </a:lnTo>
                <a:lnTo>
                  <a:pt x="1713652" y="3261275"/>
                </a:lnTo>
                <a:lnTo>
                  <a:pt x="0" y="326127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67621">
            <a:off x="5979882" y="8712120"/>
            <a:ext cx="1348960" cy="1443440"/>
          </a:xfrm>
          <a:custGeom>
            <a:avLst/>
            <a:gdLst/>
            <a:ahLst/>
            <a:cxnLst/>
            <a:rect r="r" b="b" t="t" l="l"/>
            <a:pathLst>
              <a:path h="1443440" w="1348960">
                <a:moveTo>
                  <a:pt x="0" y="0"/>
                </a:moveTo>
                <a:lnTo>
                  <a:pt x="1348960" y="0"/>
                </a:lnTo>
                <a:lnTo>
                  <a:pt x="1348960" y="1443440"/>
                </a:lnTo>
                <a:lnTo>
                  <a:pt x="0" y="144344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087336" y="8002683"/>
            <a:ext cx="3936411" cy="2555088"/>
          </a:xfrm>
          <a:custGeom>
            <a:avLst/>
            <a:gdLst/>
            <a:ahLst/>
            <a:cxnLst/>
            <a:rect r="r" b="b" t="t" l="l"/>
            <a:pathLst>
              <a:path h="2555088" w="3936411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426402">
            <a:off x="-894040" y="7794813"/>
            <a:ext cx="2888339" cy="2594254"/>
          </a:xfrm>
          <a:custGeom>
            <a:avLst/>
            <a:gdLst/>
            <a:ahLst/>
            <a:cxnLst/>
            <a:rect r="r" b="b" t="t" l="l"/>
            <a:pathLst>
              <a:path h="2594254" w="2888339">
                <a:moveTo>
                  <a:pt x="0" y="0"/>
                </a:moveTo>
                <a:lnTo>
                  <a:pt x="2888339" y="0"/>
                </a:lnTo>
                <a:lnTo>
                  <a:pt x="2888339" y="2594254"/>
                </a:lnTo>
                <a:lnTo>
                  <a:pt x="0" y="25942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043741">
            <a:off x="8329315" y="8650200"/>
            <a:ext cx="3360285" cy="2413296"/>
          </a:xfrm>
          <a:custGeom>
            <a:avLst/>
            <a:gdLst/>
            <a:ahLst/>
            <a:cxnLst/>
            <a:rect r="r" b="b" t="t" l="l"/>
            <a:pathLst>
              <a:path h="2413296" w="3360285">
                <a:moveTo>
                  <a:pt x="0" y="0"/>
                </a:moveTo>
                <a:lnTo>
                  <a:pt x="3360285" y="0"/>
                </a:lnTo>
                <a:lnTo>
                  <a:pt x="3360285" y="2413295"/>
                </a:lnTo>
                <a:lnTo>
                  <a:pt x="0" y="2413295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29103">
            <a:off x="2472369" y="8651978"/>
            <a:ext cx="2527838" cy="2068231"/>
          </a:xfrm>
          <a:custGeom>
            <a:avLst/>
            <a:gdLst/>
            <a:ahLst/>
            <a:cxnLst/>
            <a:rect r="r" b="b" t="t" l="l"/>
            <a:pathLst>
              <a:path h="2068231" w="2527838">
                <a:moveTo>
                  <a:pt x="0" y="0"/>
                </a:moveTo>
                <a:lnTo>
                  <a:pt x="2527839" y="0"/>
                </a:lnTo>
                <a:lnTo>
                  <a:pt x="2527839" y="2068231"/>
                </a:lnTo>
                <a:lnTo>
                  <a:pt x="0" y="206823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60577" y="8352066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-807361">
            <a:off x="16553163" y="3512862"/>
            <a:ext cx="1713652" cy="3261275"/>
          </a:xfrm>
          <a:custGeom>
            <a:avLst/>
            <a:gdLst/>
            <a:ahLst/>
            <a:cxnLst/>
            <a:rect r="r" b="b" t="t" l="l"/>
            <a:pathLst>
              <a:path h="3261275" w="1713652">
                <a:moveTo>
                  <a:pt x="1713652" y="0"/>
                </a:moveTo>
                <a:lnTo>
                  <a:pt x="0" y="0"/>
                </a:lnTo>
                <a:lnTo>
                  <a:pt x="0" y="3261276"/>
                </a:lnTo>
                <a:lnTo>
                  <a:pt x="1713652" y="3261276"/>
                </a:lnTo>
                <a:lnTo>
                  <a:pt x="171365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50129" y="7930909"/>
            <a:ext cx="9546159" cy="388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</a:pPr>
            <a:r>
              <a:rPr lang="en-US" b="true" sz="2406">
                <a:solidFill>
                  <a:srgbClr val="FBFEF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Proyecto Realizado por Brayan Martinez 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-1217368">
            <a:off x="-981827" y="973876"/>
            <a:ext cx="2689340" cy="1789633"/>
          </a:xfrm>
          <a:custGeom>
            <a:avLst/>
            <a:gdLst/>
            <a:ahLst/>
            <a:cxnLst/>
            <a:rect r="r" b="b" t="t" l="l"/>
            <a:pathLst>
              <a:path h="1789633" w="2689340">
                <a:moveTo>
                  <a:pt x="0" y="0"/>
                </a:moveTo>
                <a:lnTo>
                  <a:pt x="2689340" y="0"/>
                </a:lnTo>
                <a:lnTo>
                  <a:pt x="2689340" y="1789634"/>
                </a:lnTo>
                <a:lnTo>
                  <a:pt x="0" y="178963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0453"/>
            <a:ext cx="16230600" cy="8521518"/>
            <a:chOff x="0" y="0"/>
            <a:chExt cx="4274726" cy="2244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244350"/>
            </a:xfrm>
            <a:custGeom>
              <a:avLst/>
              <a:gdLst/>
              <a:ahLst/>
              <a:cxnLst/>
              <a:rect r="r" b="b" t="t" l="l"/>
              <a:pathLst>
                <a:path h="2244350" w="4274726">
                  <a:moveTo>
                    <a:pt x="6678" y="0"/>
                  </a:moveTo>
                  <a:lnTo>
                    <a:pt x="4268048" y="0"/>
                  </a:lnTo>
                  <a:cubicBezTo>
                    <a:pt x="4271736" y="0"/>
                    <a:pt x="4274726" y="2990"/>
                    <a:pt x="4274726" y="6678"/>
                  </a:cubicBezTo>
                  <a:lnTo>
                    <a:pt x="4274726" y="2237673"/>
                  </a:lnTo>
                  <a:cubicBezTo>
                    <a:pt x="4274726" y="2241361"/>
                    <a:pt x="4271736" y="2244350"/>
                    <a:pt x="4268048" y="2244350"/>
                  </a:cubicBezTo>
                  <a:lnTo>
                    <a:pt x="6678" y="2244350"/>
                  </a:lnTo>
                  <a:cubicBezTo>
                    <a:pt x="2990" y="2244350"/>
                    <a:pt x="0" y="2241361"/>
                    <a:pt x="0" y="2237673"/>
                  </a:cubicBezTo>
                  <a:lnTo>
                    <a:pt x="0" y="6678"/>
                  </a:lnTo>
                  <a:cubicBezTo>
                    <a:pt x="0" y="2990"/>
                    <a:pt x="2990" y="0"/>
                    <a:pt x="6678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74726" cy="227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51658" y="1761252"/>
            <a:ext cx="14984683" cy="1601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1"/>
              </a:lnSpc>
              <a:spcBef>
                <a:spcPct val="0"/>
              </a:spcBef>
            </a:pPr>
            <a:r>
              <a:rPr lang="en-US" b="true" sz="10517">
                <a:solidFill>
                  <a:srgbClr val="FFFFFF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Modelo de arquitectura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788096">
            <a:off x="15417288" y="3016004"/>
            <a:ext cx="1147376" cy="1227737"/>
          </a:xfrm>
          <a:custGeom>
            <a:avLst/>
            <a:gdLst/>
            <a:ahLst/>
            <a:cxnLst/>
            <a:rect r="r" b="b" t="t" l="l"/>
            <a:pathLst>
              <a:path h="1227737" w="1147376">
                <a:moveTo>
                  <a:pt x="0" y="0"/>
                </a:moveTo>
                <a:lnTo>
                  <a:pt x="1147376" y="0"/>
                </a:lnTo>
                <a:lnTo>
                  <a:pt x="1147376" y="1227737"/>
                </a:lnTo>
                <a:lnTo>
                  <a:pt x="0" y="12277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4271" y="7956769"/>
            <a:ext cx="2833822" cy="1885779"/>
          </a:xfrm>
          <a:custGeom>
            <a:avLst/>
            <a:gdLst/>
            <a:ahLst/>
            <a:cxnLst/>
            <a:rect r="r" b="b" t="t" l="l"/>
            <a:pathLst>
              <a:path h="1885779" w="2833822">
                <a:moveTo>
                  <a:pt x="0" y="0"/>
                </a:moveTo>
                <a:lnTo>
                  <a:pt x="2833821" y="0"/>
                </a:lnTo>
                <a:lnTo>
                  <a:pt x="2833821" y="1885779"/>
                </a:lnTo>
                <a:lnTo>
                  <a:pt x="0" y="1885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74422" y="4358049"/>
            <a:ext cx="9539156" cy="4353521"/>
          </a:xfrm>
          <a:custGeom>
            <a:avLst/>
            <a:gdLst/>
            <a:ahLst/>
            <a:cxnLst/>
            <a:rect r="r" b="b" t="t" l="l"/>
            <a:pathLst>
              <a:path h="4353521" w="9539156">
                <a:moveTo>
                  <a:pt x="0" y="0"/>
                </a:moveTo>
                <a:lnTo>
                  <a:pt x="9539156" y="0"/>
                </a:lnTo>
                <a:lnTo>
                  <a:pt x="9539156" y="4353521"/>
                </a:lnTo>
                <a:lnTo>
                  <a:pt x="0" y="43535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25328" y="3374337"/>
            <a:ext cx="16618224" cy="6053873"/>
            <a:chOff x="0" y="0"/>
            <a:chExt cx="4376816" cy="15944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76816" cy="1594436"/>
            </a:xfrm>
            <a:custGeom>
              <a:avLst/>
              <a:gdLst/>
              <a:ahLst/>
              <a:cxnLst/>
              <a:rect r="r" b="b" t="t" l="l"/>
              <a:pathLst>
                <a:path h="1594436" w="4376816">
                  <a:moveTo>
                    <a:pt x="4659" y="0"/>
                  </a:moveTo>
                  <a:lnTo>
                    <a:pt x="4372158" y="0"/>
                  </a:lnTo>
                  <a:cubicBezTo>
                    <a:pt x="4373393" y="0"/>
                    <a:pt x="4374578" y="491"/>
                    <a:pt x="4375452" y="1364"/>
                  </a:cubicBezTo>
                  <a:cubicBezTo>
                    <a:pt x="4376326" y="2238"/>
                    <a:pt x="4376816" y="3423"/>
                    <a:pt x="4376816" y="4659"/>
                  </a:cubicBezTo>
                  <a:lnTo>
                    <a:pt x="4376816" y="1589777"/>
                  </a:lnTo>
                  <a:cubicBezTo>
                    <a:pt x="4376816" y="1592350"/>
                    <a:pt x="4374730" y="1594436"/>
                    <a:pt x="4372158" y="1594436"/>
                  </a:cubicBezTo>
                  <a:lnTo>
                    <a:pt x="4659" y="1594436"/>
                  </a:lnTo>
                  <a:cubicBezTo>
                    <a:pt x="3423" y="1594436"/>
                    <a:pt x="2238" y="1593945"/>
                    <a:pt x="1364" y="1593071"/>
                  </a:cubicBezTo>
                  <a:cubicBezTo>
                    <a:pt x="491" y="1592197"/>
                    <a:pt x="0" y="1591012"/>
                    <a:pt x="0" y="1589777"/>
                  </a:cubicBezTo>
                  <a:lnTo>
                    <a:pt x="0" y="4659"/>
                  </a:lnTo>
                  <a:cubicBezTo>
                    <a:pt x="0" y="3423"/>
                    <a:pt x="491" y="2238"/>
                    <a:pt x="1364" y="1364"/>
                  </a:cubicBezTo>
                  <a:cubicBezTo>
                    <a:pt x="2238" y="491"/>
                    <a:pt x="3423" y="0"/>
                    <a:pt x="4659" y="0"/>
                  </a:cubicBezTo>
                  <a:close/>
                </a:path>
              </a:pathLst>
            </a:custGeom>
            <a:solidFill>
              <a:srgbClr val="05061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376816" cy="16230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83811" y="3663239"/>
            <a:ext cx="11301259" cy="4562883"/>
          </a:xfrm>
          <a:custGeom>
            <a:avLst/>
            <a:gdLst/>
            <a:ahLst/>
            <a:cxnLst/>
            <a:rect r="r" b="b" t="t" l="l"/>
            <a:pathLst>
              <a:path h="4562883" w="11301259">
                <a:moveTo>
                  <a:pt x="0" y="0"/>
                </a:moveTo>
                <a:lnTo>
                  <a:pt x="11301259" y="0"/>
                </a:lnTo>
                <a:lnTo>
                  <a:pt x="11301259" y="4562883"/>
                </a:lnTo>
                <a:lnTo>
                  <a:pt x="0" y="4562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52285" y="1219200"/>
            <a:ext cx="17183430" cy="1613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05"/>
              </a:lnSpc>
            </a:pPr>
            <a:r>
              <a:rPr lang="en-US" b="true" sz="11868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BASE DE DATOS (SQL)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6267" y="4085443"/>
            <a:ext cx="16635465" cy="2471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127"/>
              </a:lnSpc>
            </a:pPr>
            <a:r>
              <a:rPr lang="en-US" b="true" sz="19920">
                <a:solidFill>
                  <a:srgbClr val="FEFEFE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MUCHAS GRACIAS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833107" y="8297361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6" y="0"/>
                </a:lnTo>
                <a:lnTo>
                  <a:pt x="2617946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06304" y="-200615"/>
            <a:ext cx="3244749" cy="2289023"/>
          </a:xfrm>
          <a:custGeom>
            <a:avLst/>
            <a:gdLst/>
            <a:ahLst/>
            <a:cxnLst/>
            <a:rect r="r" b="b" t="t" l="l"/>
            <a:pathLst>
              <a:path h="2289023" w="3244749">
                <a:moveTo>
                  <a:pt x="0" y="0"/>
                </a:moveTo>
                <a:lnTo>
                  <a:pt x="3244749" y="0"/>
                </a:lnTo>
                <a:lnTo>
                  <a:pt x="3244749" y="2289023"/>
                </a:lnTo>
                <a:lnTo>
                  <a:pt x="0" y="2289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484404">
            <a:off x="16113049" y="-652339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41895" y="-133738"/>
            <a:ext cx="1762476" cy="2370078"/>
          </a:xfrm>
          <a:custGeom>
            <a:avLst/>
            <a:gdLst/>
            <a:ahLst/>
            <a:cxnLst/>
            <a:rect r="r" b="b" t="t" l="l"/>
            <a:pathLst>
              <a:path h="2370078" w="1762476">
                <a:moveTo>
                  <a:pt x="0" y="0"/>
                </a:moveTo>
                <a:lnTo>
                  <a:pt x="1762476" y="0"/>
                </a:lnTo>
                <a:lnTo>
                  <a:pt x="1762476" y="2370078"/>
                </a:lnTo>
                <a:lnTo>
                  <a:pt x="0" y="23700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599664">
            <a:off x="5888814" y="-1386482"/>
            <a:ext cx="2604665" cy="3354954"/>
          </a:xfrm>
          <a:custGeom>
            <a:avLst/>
            <a:gdLst/>
            <a:ahLst/>
            <a:cxnLst/>
            <a:rect r="r" b="b" t="t" l="l"/>
            <a:pathLst>
              <a:path h="3354954" w="2604665">
                <a:moveTo>
                  <a:pt x="0" y="0"/>
                </a:moveTo>
                <a:lnTo>
                  <a:pt x="2604665" y="0"/>
                </a:lnTo>
                <a:lnTo>
                  <a:pt x="2604665" y="3354955"/>
                </a:lnTo>
                <a:lnTo>
                  <a:pt x="0" y="33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35954">
            <a:off x="12915840" y="-1557050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7"/>
                </a:lnTo>
                <a:lnTo>
                  <a:pt x="0" y="342591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791596">
            <a:off x="584944" y="7209817"/>
            <a:ext cx="1784158" cy="3395457"/>
          </a:xfrm>
          <a:custGeom>
            <a:avLst/>
            <a:gdLst/>
            <a:ahLst/>
            <a:cxnLst/>
            <a:rect r="r" b="b" t="t" l="l"/>
            <a:pathLst>
              <a:path h="3395457" w="1784158">
                <a:moveTo>
                  <a:pt x="0" y="0"/>
                </a:moveTo>
                <a:lnTo>
                  <a:pt x="1784159" y="0"/>
                </a:lnTo>
                <a:lnTo>
                  <a:pt x="1784159" y="3395457"/>
                </a:lnTo>
                <a:lnTo>
                  <a:pt x="0" y="339545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67621">
            <a:off x="10150362" y="8548225"/>
            <a:ext cx="1432877" cy="1533234"/>
          </a:xfrm>
          <a:custGeom>
            <a:avLst/>
            <a:gdLst/>
            <a:ahLst/>
            <a:cxnLst/>
            <a:rect r="r" b="b" t="t" l="l"/>
            <a:pathLst>
              <a:path h="1533234" w="1432877">
                <a:moveTo>
                  <a:pt x="0" y="0"/>
                </a:moveTo>
                <a:lnTo>
                  <a:pt x="1432877" y="0"/>
                </a:lnTo>
                <a:lnTo>
                  <a:pt x="1432877" y="1533234"/>
                </a:lnTo>
                <a:lnTo>
                  <a:pt x="0" y="153323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443815" y="8001312"/>
            <a:ext cx="3936411" cy="2555088"/>
          </a:xfrm>
          <a:custGeom>
            <a:avLst/>
            <a:gdLst/>
            <a:ahLst/>
            <a:cxnLst/>
            <a:rect r="r" b="b" t="t" l="l"/>
            <a:pathLst>
              <a:path h="2555088" w="3936411">
                <a:moveTo>
                  <a:pt x="0" y="0"/>
                </a:moveTo>
                <a:lnTo>
                  <a:pt x="3936410" y="0"/>
                </a:lnTo>
                <a:lnTo>
                  <a:pt x="3936410" y="2555088"/>
                </a:lnTo>
                <a:lnTo>
                  <a:pt x="0" y="255508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84550" y="-133738"/>
            <a:ext cx="2617945" cy="1989639"/>
          </a:xfrm>
          <a:custGeom>
            <a:avLst/>
            <a:gdLst/>
            <a:ahLst/>
            <a:cxnLst/>
            <a:rect r="r" b="b" t="t" l="l"/>
            <a:pathLst>
              <a:path h="1989639" w="2617945">
                <a:moveTo>
                  <a:pt x="0" y="0"/>
                </a:moveTo>
                <a:lnTo>
                  <a:pt x="2617945" y="0"/>
                </a:lnTo>
                <a:lnTo>
                  <a:pt x="2617945" y="1989639"/>
                </a:lnTo>
                <a:lnTo>
                  <a:pt x="0" y="19896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200210">
            <a:off x="12528147" y="8574041"/>
            <a:ext cx="1999490" cy="3425917"/>
          </a:xfrm>
          <a:custGeom>
            <a:avLst/>
            <a:gdLst/>
            <a:ahLst/>
            <a:cxnLst/>
            <a:rect r="r" b="b" t="t" l="l"/>
            <a:pathLst>
              <a:path h="3425917" w="1999490">
                <a:moveTo>
                  <a:pt x="0" y="0"/>
                </a:moveTo>
                <a:lnTo>
                  <a:pt x="1999490" y="0"/>
                </a:lnTo>
                <a:lnTo>
                  <a:pt x="1999490" y="3425918"/>
                </a:lnTo>
                <a:lnTo>
                  <a:pt x="0" y="342591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484404">
            <a:off x="6584638" y="8192544"/>
            <a:ext cx="2056723" cy="2893088"/>
          </a:xfrm>
          <a:custGeom>
            <a:avLst/>
            <a:gdLst/>
            <a:ahLst/>
            <a:cxnLst/>
            <a:rect r="r" b="b" t="t" l="l"/>
            <a:pathLst>
              <a:path h="2893088" w="2056723">
                <a:moveTo>
                  <a:pt x="0" y="0"/>
                </a:moveTo>
                <a:lnTo>
                  <a:pt x="2056722" y="0"/>
                </a:lnTo>
                <a:lnTo>
                  <a:pt x="2056722" y="2893088"/>
                </a:lnTo>
                <a:lnTo>
                  <a:pt x="0" y="28930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DAG7ys0nQuU</dc:identifier>
  <dcterms:modified xsi:type="dcterms:W3CDTF">2011-08-01T06:04:30Z</dcterms:modified>
  <cp:revision>1</cp:revision>
  <dc:title>Presentación Diapositivas Tecnología y Digitalización Ilustrado Azul y Morado</dc:title>
</cp:coreProperties>
</file>